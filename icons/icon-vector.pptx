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EFDB"/>
    <a:srgbClr val="B0E6C6"/>
    <a:srgbClr val="8EDBAD"/>
    <a:srgbClr val="52C28A"/>
    <a:srgbClr val="9BE1B3"/>
    <a:srgbClr val="14422C"/>
    <a:srgbClr val="267E54"/>
    <a:srgbClr val="379E6B"/>
    <a:srgbClr val="B4EEBE"/>
    <a:srgbClr val="B3EF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912" y="10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4883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2727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05311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956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3635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030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3419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7613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049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608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CCA5-C510-409B-BE36-C79D543FD690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50618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7BCCA5-C510-409B-BE36-C79D543FD690}" type="datetimeFigureOut">
              <a:rPr lang="ko-KR" altLang="en-US" smtClean="0"/>
              <a:t>2026-07-27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A3FDDB-136C-418D-A467-D812E197A6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3026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그룹 21"/>
          <p:cNvGrpSpPr/>
          <p:nvPr/>
        </p:nvGrpSpPr>
        <p:grpSpPr>
          <a:xfrm>
            <a:off x="1800458" y="749300"/>
            <a:ext cx="1828800" cy="1828800"/>
            <a:chOff x="1800458" y="749300"/>
            <a:chExt cx="1828800" cy="1828800"/>
          </a:xfrm>
        </p:grpSpPr>
        <p:sp>
          <p:nvSpPr>
            <p:cNvPr id="12" name="모서리가 둥근 직사각형 11"/>
            <p:cNvSpPr/>
            <p:nvPr/>
          </p:nvSpPr>
          <p:spPr>
            <a:xfrm>
              <a:off x="1800458" y="749300"/>
              <a:ext cx="1828800" cy="1828800"/>
            </a:xfrm>
            <a:prstGeom prst="roundRect">
              <a:avLst/>
            </a:prstGeom>
            <a:solidFill>
              <a:srgbClr val="CDEFD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구름 17"/>
            <p:cNvSpPr/>
            <p:nvPr/>
          </p:nvSpPr>
          <p:spPr>
            <a:xfrm>
              <a:off x="1819508" y="768350"/>
              <a:ext cx="1790700" cy="1790700"/>
            </a:xfrm>
            <a:prstGeom prst="cloud">
              <a:avLst/>
            </a:prstGeom>
            <a:gradFill flip="none" rotWithShape="1">
              <a:gsLst>
                <a:gs pos="0">
                  <a:srgbClr val="77CFA3"/>
                </a:gs>
                <a:gs pos="74000">
                  <a:srgbClr val="B4EEBE"/>
                </a:gs>
                <a:gs pos="83000">
                  <a:srgbClr val="B3EFB3"/>
                </a:gs>
                <a:gs pos="100000">
                  <a:srgbClr val="379E6B"/>
                </a:gs>
              </a:gsLst>
              <a:lin ang="2700000" scaled="1"/>
              <a:tileRect/>
            </a:gradFill>
            <a:ln>
              <a:solidFill>
                <a:srgbClr val="99CB7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190983" y="771148"/>
              <a:ext cx="1047750" cy="17851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600" b="1" smtClean="0">
                  <a:solidFill>
                    <a:srgbClr val="379E6B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M</a:t>
              </a:r>
              <a:endParaRPr lang="ko-KR" altLang="en-US" sz="10600" b="1">
                <a:solidFill>
                  <a:srgbClr val="379E6B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7" name="그룹 26"/>
          <p:cNvGrpSpPr/>
          <p:nvPr/>
        </p:nvGrpSpPr>
        <p:grpSpPr>
          <a:xfrm>
            <a:off x="5054600" y="749300"/>
            <a:ext cx="4876800" cy="4876800"/>
            <a:chOff x="3657600" y="727452"/>
            <a:chExt cx="4876800" cy="4876800"/>
          </a:xfrm>
        </p:grpSpPr>
        <p:sp>
          <p:nvSpPr>
            <p:cNvPr id="24" name="모서리가 둥근 직사각형 23"/>
            <p:cNvSpPr/>
            <p:nvPr/>
          </p:nvSpPr>
          <p:spPr>
            <a:xfrm>
              <a:off x="3657600" y="727452"/>
              <a:ext cx="4876800" cy="4876800"/>
            </a:xfrm>
            <a:prstGeom prst="roundRect">
              <a:avLst/>
            </a:prstGeom>
            <a:solidFill>
              <a:srgbClr val="CDEFD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구름 24"/>
            <p:cNvSpPr/>
            <p:nvPr/>
          </p:nvSpPr>
          <p:spPr>
            <a:xfrm>
              <a:off x="3708400" y="778252"/>
              <a:ext cx="4775200" cy="4775200"/>
            </a:xfrm>
            <a:prstGeom prst="cloud">
              <a:avLst/>
            </a:prstGeom>
            <a:gradFill flip="none" rotWithShape="1">
              <a:gsLst>
                <a:gs pos="0">
                  <a:srgbClr val="77CFA3"/>
                </a:gs>
                <a:gs pos="74000">
                  <a:srgbClr val="B4EEBE"/>
                </a:gs>
                <a:gs pos="83000">
                  <a:srgbClr val="B3EFB3"/>
                </a:gs>
                <a:gs pos="100000">
                  <a:srgbClr val="379E6B"/>
                </a:gs>
              </a:gsLst>
              <a:lin ang="2700000" scaled="1"/>
              <a:tileRect/>
            </a:gradFill>
            <a:ln>
              <a:solidFill>
                <a:srgbClr val="99CB7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699000" y="942167"/>
              <a:ext cx="2794000" cy="44473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8300" b="1" smtClean="0">
                  <a:solidFill>
                    <a:srgbClr val="379E6B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M</a:t>
              </a:r>
              <a:endParaRPr lang="ko-KR" altLang="en-US" sz="28300" b="1">
                <a:solidFill>
                  <a:srgbClr val="379E6B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90129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</Words>
  <Application>Microsoft Office PowerPoint</Application>
  <PresentationFormat>와이드스크린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맑은 고딕</vt:lpstr>
      <vt:lpstr>Arial</vt:lpstr>
      <vt:lpstr>Segoe UI</vt:lpstr>
      <vt:lpstr>Segoe UI Black</vt:lpstr>
      <vt:lpstr>Office 테마</vt:lpstr>
      <vt:lpstr>PowerPoint 프레젠테이션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계정</dc:creator>
  <cp:lastModifiedBy>Microsoft 계정</cp:lastModifiedBy>
  <cp:revision>3</cp:revision>
  <dcterms:created xsi:type="dcterms:W3CDTF">2026-07-27T08:13:58Z</dcterms:created>
  <dcterms:modified xsi:type="dcterms:W3CDTF">2026-07-27T08:26:05Z</dcterms:modified>
</cp:coreProperties>
</file>