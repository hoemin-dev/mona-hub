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9E6C"/>
    <a:srgbClr val="5BC995"/>
    <a:srgbClr val="287A52"/>
    <a:srgbClr val="28764F"/>
    <a:srgbClr val="1E583B"/>
    <a:srgbClr val="74CEA1"/>
    <a:srgbClr val="3BA771"/>
    <a:srgbClr val="2A7A52"/>
    <a:srgbClr val="AFE3C9"/>
    <a:srgbClr val="369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88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2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53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95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63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03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41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61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04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08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06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BCCA5-C510-409B-BE36-C79D543FD69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02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1993544" y="881731"/>
            <a:ext cx="1828800" cy="1828800"/>
          </a:xfrm>
          <a:prstGeom prst="roundRect">
            <a:avLst/>
          </a:prstGeom>
          <a:solidFill>
            <a:srgbClr val="28764F"/>
          </a:solidFill>
          <a:ln>
            <a:noFill/>
          </a:ln>
          <a:scene3d>
            <a:camera prst="obliqueBottomRight"/>
            <a:lightRig rig="threePt" dir="t">
              <a:rot lat="0" lon="0" rev="10800000"/>
            </a:lightRig>
          </a:scene3d>
          <a:sp3d extrusionH="1524000" prstMaterial="matte">
            <a:extrusionClr>
              <a:srgbClr val="349E6C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자유형 198"/>
          <p:cNvSpPr/>
          <p:nvPr/>
        </p:nvSpPr>
        <p:spPr>
          <a:xfrm>
            <a:off x="1991744" y="21021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52C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자유형 199"/>
          <p:cNvSpPr/>
          <p:nvPr/>
        </p:nvSpPr>
        <p:spPr>
          <a:xfrm flipH="1">
            <a:off x="3213944" y="21021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2B7D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자유형 200"/>
          <p:cNvSpPr/>
          <p:nvPr/>
        </p:nvSpPr>
        <p:spPr>
          <a:xfrm flipV="1">
            <a:off x="1991744" y="8817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2B7D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자유형 201"/>
          <p:cNvSpPr/>
          <p:nvPr/>
        </p:nvSpPr>
        <p:spPr>
          <a:xfrm flipH="1" flipV="1">
            <a:off x="3213944" y="8817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52C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직사각형 202"/>
          <p:cNvSpPr/>
          <p:nvPr/>
        </p:nvSpPr>
        <p:spPr>
          <a:xfrm>
            <a:off x="3213944" y="1490131"/>
            <a:ext cx="608400" cy="6120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직사각형 203"/>
          <p:cNvSpPr/>
          <p:nvPr/>
        </p:nvSpPr>
        <p:spPr>
          <a:xfrm>
            <a:off x="1991744" y="1490131"/>
            <a:ext cx="608400" cy="6120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직사각형 204"/>
          <p:cNvSpPr/>
          <p:nvPr/>
        </p:nvSpPr>
        <p:spPr>
          <a:xfrm>
            <a:off x="2601944" y="1490131"/>
            <a:ext cx="612000" cy="612000"/>
          </a:xfrm>
          <a:prstGeom prst="rect">
            <a:avLst/>
          </a:prstGeom>
          <a:solidFill>
            <a:srgbClr val="AFE3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직사각형 205"/>
          <p:cNvSpPr/>
          <p:nvPr/>
        </p:nvSpPr>
        <p:spPr>
          <a:xfrm>
            <a:off x="2601944" y="881731"/>
            <a:ext cx="612000" cy="6084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/>
          <p:cNvSpPr/>
          <p:nvPr/>
        </p:nvSpPr>
        <p:spPr>
          <a:xfrm>
            <a:off x="2601944" y="2102131"/>
            <a:ext cx="612000" cy="6084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036903" y="1334773"/>
            <a:ext cx="1830600" cy="1828800"/>
            <a:chOff x="7036903" y="1334773"/>
            <a:chExt cx="1830600" cy="1828800"/>
          </a:xfrm>
        </p:grpSpPr>
        <p:sp>
          <p:nvSpPr>
            <p:cNvPr id="218" name="자유형 217"/>
            <p:cNvSpPr>
              <a:spLocks noChangeAspect="1"/>
            </p:cNvSpPr>
            <p:nvPr/>
          </p:nvSpPr>
          <p:spPr>
            <a:xfrm>
              <a:off x="7036903" y="25551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52C2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자유형 218"/>
            <p:cNvSpPr>
              <a:spLocks noChangeAspect="1"/>
            </p:cNvSpPr>
            <p:nvPr/>
          </p:nvSpPr>
          <p:spPr>
            <a:xfrm flipH="1">
              <a:off x="8259103" y="25551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2B7D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자유형 219"/>
            <p:cNvSpPr>
              <a:spLocks noChangeAspect="1"/>
            </p:cNvSpPr>
            <p:nvPr/>
          </p:nvSpPr>
          <p:spPr>
            <a:xfrm flipV="1">
              <a:off x="7036903" y="13347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2B7D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자유형 220"/>
            <p:cNvSpPr>
              <a:spLocks noChangeAspect="1"/>
            </p:cNvSpPr>
            <p:nvPr/>
          </p:nvSpPr>
          <p:spPr>
            <a:xfrm flipH="1" flipV="1">
              <a:off x="8259103" y="13347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52C2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/>
            <p:cNvSpPr>
              <a:spLocks noChangeAspect="1"/>
            </p:cNvSpPr>
            <p:nvPr/>
          </p:nvSpPr>
          <p:spPr>
            <a:xfrm>
              <a:off x="8259103" y="1943173"/>
              <a:ext cx="608400" cy="6120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/>
            <p:cNvSpPr>
              <a:spLocks noChangeAspect="1"/>
            </p:cNvSpPr>
            <p:nvPr/>
          </p:nvSpPr>
          <p:spPr>
            <a:xfrm>
              <a:off x="7036903" y="1943173"/>
              <a:ext cx="608400" cy="6120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/>
            <p:cNvSpPr>
              <a:spLocks noChangeAspect="1"/>
            </p:cNvSpPr>
            <p:nvPr/>
          </p:nvSpPr>
          <p:spPr>
            <a:xfrm>
              <a:off x="7647103" y="1943173"/>
              <a:ext cx="612000" cy="612000"/>
            </a:xfrm>
            <a:prstGeom prst="rect">
              <a:avLst/>
            </a:prstGeom>
            <a:solidFill>
              <a:srgbClr val="AFE3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/>
            <p:cNvSpPr>
              <a:spLocks noChangeAspect="1"/>
            </p:cNvSpPr>
            <p:nvPr/>
          </p:nvSpPr>
          <p:spPr>
            <a:xfrm>
              <a:off x="7647103" y="1334773"/>
              <a:ext cx="612000" cy="6084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/>
            <p:cNvSpPr>
              <a:spLocks noChangeAspect="1"/>
            </p:cNvSpPr>
            <p:nvPr/>
          </p:nvSpPr>
          <p:spPr>
            <a:xfrm>
              <a:off x="7647103" y="2555173"/>
              <a:ext cx="612000" cy="6084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901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16</cp:revision>
  <dcterms:created xsi:type="dcterms:W3CDTF">2026-07-27T08:13:58Z</dcterms:created>
  <dcterms:modified xsi:type="dcterms:W3CDTF">2026-07-28T02:55:15Z</dcterms:modified>
</cp:coreProperties>
</file>