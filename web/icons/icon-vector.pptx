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9E6C"/>
    <a:srgbClr val="5BC995"/>
    <a:srgbClr val="287A52"/>
    <a:srgbClr val="28764F"/>
    <a:srgbClr val="1E583B"/>
    <a:srgbClr val="74CEA1"/>
    <a:srgbClr val="3BA771"/>
    <a:srgbClr val="2A7A52"/>
    <a:srgbClr val="AFE3C9"/>
    <a:srgbClr val="369A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4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88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727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531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95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63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03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419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613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04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08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CCA5-C510-409B-BE36-C79D543FD690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06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BCCA5-C510-409B-BE36-C79D543FD690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3FDDB-136C-418D-A467-D812E197A6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02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1993544" y="881731"/>
            <a:ext cx="1828800" cy="1828800"/>
          </a:xfrm>
          <a:prstGeom prst="roundRect">
            <a:avLst/>
          </a:prstGeom>
          <a:solidFill>
            <a:srgbClr val="28764F"/>
          </a:solidFill>
          <a:ln>
            <a:noFill/>
          </a:ln>
          <a:scene3d>
            <a:camera prst="obliqueBottomRight"/>
            <a:lightRig rig="threePt" dir="t">
              <a:rot lat="0" lon="0" rev="10800000"/>
            </a:lightRig>
          </a:scene3d>
          <a:sp3d extrusionH="1524000" prstMaterial="matte">
            <a:extrusionClr>
              <a:srgbClr val="349E6C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자유형 198"/>
          <p:cNvSpPr/>
          <p:nvPr/>
        </p:nvSpPr>
        <p:spPr>
          <a:xfrm>
            <a:off x="1991744" y="2102131"/>
            <a:ext cx="608400" cy="608400"/>
          </a:xfrm>
          <a:custGeom>
            <a:avLst/>
            <a:gdLst>
              <a:gd name="connsiteX0" fmla="*/ 0 w 608400"/>
              <a:gd name="connsiteY0" fmla="*/ 0 h 608400"/>
              <a:gd name="connsiteX1" fmla="*/ 608400 w 608400"/>
              <a:gd name="connsiteY1" fmla="*/ 0 h 608400"/>
              <a:gd name="connsiteX2" fmla="*/ 608400 w 608400"/>
              <a:gd name="connsiteY2" fmla="*/ 608400 h 608400"/>
              <a:gd name="connsiteX3" fmla="*/ 304806 w 608400"/>
              <a:gd name="connsiteY3" fmla="*/ 608400 h 608400"/>
              <a:gd name="connsiteX4" fmla="*/ 0 w 608400"/>
              <a:gd name="connsiteY4" fmla="*/ 303594 h 60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00" h="608400">
                <a:moveTo>
                  <a:pt x="0" y="0"/>
                </a:moveTo>
                <a:lnTo>
                  <a:pt x="608400" y="0"/>
                </a:lnTo>
                <a:lnTo>
                  <a:pt x="608400" y="608400"/>
                </a:lnTo>
                <a:lnTo>
                  <a:pt x="304806" y="608400"/>
                </a:lnTo>
                <a:cubicBezTo>
                  <a:pt x="136466" y="608400"/>
                  <a:pt x="0" y="471934"/>
                  <a:pt x="0" y="303594"/>
                </a:cubicBezTo>
                <a:close/>
              </a:path>
            </a:pathLst>
          </a:custGeom>
          <a:solidFill>
            <a:srgbClr val="52C2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자유형 199"/>
          <p:cNvSpPr/>
          <p:nvPr/>
        </p:nvSpPr>
        <p:spPr>
          <a:xfrm flipH="1">
            <a:off x="3213944" y="2102131"/>
            <a:ext cx="608400" cy="608400"/>
          </a:xfrm>
          <a:custGeom>
            <a:avLst/>
            <a:gdLst>
              <a:gd name="connsiteX0" fmla="*/ 0 w 608400"/>
              <a:gd name="connsiteY0" fmla="*/ 0 h 608400"/>
              <a:gd name="connsiteX1" fmla="*/ 608400 w 608400"/>
              <a:gd name="connsiteY1" fmla="*/ 0 h 608400"/>
              <a:gd name="connsiteX2" fmla="*/ 608400 w 608400"/>
              <a:gd name="connsiteY2" fmla="*/ 608400 h 608400"/>
              <a:gd name="connsiteX3" fmla="*/ 304806 w 608400"/>
              <a:gd name="connsiteY3" fmla="*/ 608400 h 608400"/>
              <a:gd name="connsiteX4" fmla="*/ 0 w 608400"/>
              <a:gd name="connsiteY4" fmla="*/ 303594 h 60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00" h="608400">
                <a:moveTo>
                  <a:pt x="0" y="0"/>
                </a:moveTo>
                <a:lnTo>
                  <a:pt x="608400" y="0"/>
                </a:lnTo>
                <a:lnTo>
                  <a:pt x="608400" y="608400"/>
                </a:lnTo>
                <a:lnTo>
                  <a:pt x="304806" y="608400"/>
                </a:lnTo>
                <a:cubicBezTo>
                  <a:pt x="136466" y="608400"/>
                  <a:pt x="0" y="471934"/>
                  <a:pt x="0" y="303594"/>
                </a:cubicBezTo>
                <a:close/>
              </a:path>
            </a:pathLst>
          </a:custGeom>
          <a:solidFill>
            <a:srgbClr val="2B7D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자유형 200"/>
          <p:cNvSpPr/>
          <p:nvPr/>
        </p:nvSpPr>
        <p:spPr>
          <a:xfrm flipV="1">
            <a:off x="1991744" y="881731"/>
            <a:ext cx="608400" cy="608400"/>
          </a:xfrm>
          <a:custGeom>
            <a:avLst/>
            <a:gdLst>
              <a:gd name="connsiteX0" fmla="*/ 0 w 608400"/>
              <a:gd name="connsiteY0" fmla="*/ 0 h 608400"/>
              <a:gd name="connsiteX1" fmla="*/ 608400 w 608400"/>
              <a:gd name="connsiteY1" fmla="*/ 0 h 608400"/>
              <a:gd name="connsiteX2" fmla="*/ 608400 w 608400"/>
              <a:gd name="connsiteY2" fmla="*/ 608400 h 608400"/>
              <a:gd name="connsiteX3" fmla="*/ 304806 w 608400"/>
              <a:gd name="connsiteY3" fmla="*/ 608400 h 608400"/>
              <a:gd name="connsiteX4" fmla="*/ 0 w 608400"/>
              <a:gd name="connsiteY4" fmla="*/ 303594 h 60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00" h="608400">
                <a:moveTo>
                  <a:pt x="0" y="0"/>
                </a:moveTo>
                <a:lnTo>
                  <a:pt x="608400" y="0"/>
                </a:lnTo>
                <a:lnTo>
                  <a:pt x="608400" y="608400"/>
                </a:lnTo>
                <a:lnTo>
                  <a:pt x="304806" y="608400"/>
                </a:lnTo>
                <a:cubicBezTo>
                  <a:pt x="136466" y="608400"/>
                  <a:pt x="0" y="471934"/>
                  <a:pt x="0" y="303594"/>
                </a:cubicBezTo>
                <a:close/>
              </a:path>
            </a:pathLst>
          </a:custGeom>
          <a:solidFill>
            <a:srgbClr val="2B7D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자유형 201"/>
          <p:cNvSpPr/>
          <p:nvPr/>
        </p:nvSpPr>
        <p:spPr>
          <a:xfrm flipH="1" flipV="1">
            <a:off x="3213944" y="881731"/>
            <a:ext cx="608400" cy="608400"/>
          </a:xfrm>
          <a:custGeom>
            <a:avLst/>
            <a:gdLst>
              <a:gd name="connsiteX0" fmla="*/ 0 w 608400"/>
              <a:gd name="connsiteY0" fmla="*/ 0 h 608400"/>
              <a:gd name="connsiteX1" fmla="*/ 608400 w 608400"/>
              <a:gd name="connsiteY1" fmla="*/ 0 h 608400"/>
              <a:gd name="connsiteX2" fmla="*/ 608400 w 608400"/>
              <a:gd name="connsiteY2" fmla="*/ 608400 h 608400"/>
              <a:gd name="connsiteX3" fmla="*/ 304806 w 608400"/>
              <a:gd name="connsiteY3" fmla="*/ 608400 h 608400"/>
              <a:gd name="connsiteX4" fmla="*/ 0 w 608400"/>
              <a:gd name="connsiteY4" fmla="*/ 303594 h 60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00" h="608400">
                <a:moveTo>
                  <a:pt x="0" y="0"/>
                </a:moveTo>
                <a:lnTo>
                  <a:pt x="608400" y="0"/>
                </a:lnTo>
                <a:lnTo>
                  <a:pt x="608400" y="608400"/>
                </a:lnTo>
                <a:lnTo>
                  <a:pt x="304806" y="608400"/>
                </a:lnTo>
                <a:cubicBezTo>
                  <a:pt x="136466" y="608400"/>
                  <a:pt x="0" y="471934"/>
                  <a:pt x="0" y="303594"/>
                </a:cubicBezTo>
                <a:close/>
              </a:path>
            </a:pathLst>
          </a:custGeom>
          <a:solidFill>
            <a:srgbClr val="52C2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직사각형 202"/>
          <p:cNvSpPr/>
          <p:nvPr/>
        </p:nvSpPr>
        <p:spPr>
          <a:xfrm>
            <a:off x="3213944" y="1490131"/>
            <a:ext cx="608400" cy="612000"/>
          </a:xfrm>
          <a:prstGeom prst="rect">
            <a:avLst/>
          </a:prstGeom>
          <a:solidFill>
            <a:srgbClr val="369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직사각형 203"/>
          <p:cNvSpPr/>
          <p:nvPr/>
        </p:nvSpPr>
        <p:spPr>
          <a:xfrm>
            <a:off x="1991744" y="1490131"/>
            <a:ext cx="608400" cy="612000"/>
          </a:xfrm>
          <a:prstGeom prst="rect">
            <a:avLst/>
          </a:prstGeom>
          <a:solidFill>
            <a:srgbClr val="369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직사각형 204"/>
          <p:cNvSpPr/>
          <p:nvPr/>
        </p:nvSpPr>
        <p:spPr>
          <a:xfrm>
            <a:off x="2601944" y="1490131"/>
            <a:ext cx="612000" cy="612000"/>
          </a:xfrm>
          <a:prstGeom prst="rect">
            <a:avLst/>
          </a:prstGeom>
          <a:solidFill>
            <a:srgbClr val="AFE3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직사각형 205"/>
          <p:cNvSpPr/>
          <p:nvPr/>
        </p:nvSpPr>
        <p:spPr>
          <a:xfrm>
            <a:off x="2601944" y="881731"/>
            <a:ext cx="612000" cy="608400"/>
          </a:xfrm>
          <a:prstGeom prst="rect">
            <a:avLst/>
          </a:prstGeom>
          <a:solidFill>
            <a:srgbClr val="369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직사각형 206"/>
          <p:cNvSpPr/>
          <p:nvPr/>
        </p:nvSpPr>
        <p:spPr>
          <a:xfrm>
            <a:off x="2601944" y="2102131"/>
            <a:ext cx="612000" cy="608400"/>
          </a:xfrm>
          <a:prstGeom prst="rect">
            <a:avLst/>
          </a:prstGeom>
          <a:solidFill>
            <a:srgbClr val="369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7036903" y="1334773"/>
            <a:ext cx="1830600" cy="1828800"/>
            <a:chOff x="7036903" y="1334773"/>
            <a:chExt cx="1830600" cy="1828800"/>
          </a:xfrm>
        </p:grpSpPr>
        <p:sp>
          <p:nvSpPr>
            <p:cNvPr id="218" name="자유형 217"/>
            <p:cNvSpPr>
              <a:spLocks noChangeAspect="1"/>
            </p:cNvSpPr>
            <p:nvPr/>
          </p:nvSpPr>
          <p:spPr>
            <a:xfrm>
              <a:off x="7036903" y="2555173"/>
              <a:ext cx="608400" cy="608400"/>
            </a:xfrm>
            <a:custGeom>
              <a:avLst/>
              <a:gdLst>
                <a:gd name="connsiteX0" fmla="*/ 0 w 608400"/>
                <a:gd name="connsiteY0" fmla="*/ 0 h 608400"/>
                <a:gd name="connsiteX1" fmla="*/ 608400 w 608400"/>
                <a:gd name="connsiteY1" fmla="*/ 0 h 608400"/>
                <a:gd name="connsiteX2" fmla="*/ 608400 w 608400"/>
                <a:gd name="connsiteY2" fmla="*/ 608400 h 608400"/>
                <a:gd name="connsiteX3" fmla="*/ 304806 w 608400"/>
                <a:gd name="connsiteY3" fmla="*/ 608400 h 608400"/>
                <a:gd name="connsiteX4" fmla="*/ 0 w 608400"/>
                <a:gd name="connsiteY4" fmla="*/ 303594 h 60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400" h="608400">
                  <a:moveTo>
                    <a:pt x="0" y="0"/>
                  </a:moveTo>
                  <a:lnTo>
                    <a:pt x="608400" y="0"/>
                  </a:lnTo>
                  <a:lnTo>
                    <a:pt x="608400" y="608400"/>
                  </a:lnTo>
                  <a:lnTo>
                    <a:pt x="304806" y="608400"/>
                  </a:lnTo>
                  <a:cubicBezTo>
                    <a:pt x="136466" y="608400"/>
                    <a:pt x="0" y="471934"/>
                    <a:pt x="0" y="303594"/>
                  </a:cubicBezTo>
                  <a:close/>
                </a:path>
              </a:pathLst>
            </a:custGeom>
            <a:solidFill>
              <a:srgbClr val="52C2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자유형 218"/>
            <p:cNvSpPr>
              <a:spLocks noChangeAspect="1"/>
            </p:cNvSpPr>
            <p:nvPr/>
          </p:nvSpPr>
          <p:spPr>
            <a:xfrm flipH="1">
              <a:off x="8259103" y="2555173"/>
              <a:ext cx="608400" cy="608400"/>
            </a:xfrm>
            <a:custGeom>
              <a:avLst/>
              <a:gdLst>
                <a:gd name="connsiteX0" fmla="*/ 0 w 608400"/>
                <a:gd name="connsiteY0" fmla="*/ 0 h 608400"/>
                <a:gd name="connsiteX1" fmla="*/ 608400 w 608400"/>
                <a:gd name="connsiteY1" fmla="*/ 0 h 608400"/>
                <a:gd name="connsiteX2" fmla="*/ 608400 w 608400"/>
                <a:gd name="connsiteY2" fmla="*/ 608400 h 608400"/>
                <a:gd name="connsiteX3" fmla="*/ 304806 w 608400"/>
                <a:gd name="connsiteY3" fmla="*/ 608400 h 608400"/>
                <a:gd name="connsiteX4" fmla="*/ 0 w 608400"/>
                <a:gd name="connsiteY4" fmla="*/ 303594 h 60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400" h="608400">
                  <a:moveTo>
                    <a:pt x="0" y="0"/>
                  </a:moveTo>
                  <a:lnTo>
                    <a:pt x="608400" y="0"/>
                  </a:lnTo>
                  <a:lnTo>
                    <a:pt x="608400" y="608400"/>
                  </a:lnTo>
                  <a:lnTo>
                    <a:pt x="304806" y="608400"/>
                  </a:lnTo>
                  <a:cubicBezTo>
                    <a:pt x="136466" y="608400"/>
                    <a:pt x="0" y="471934"/>
                    <a:pt x="0" y="303594"/>
                  </a:cubicBezTo>
                  <a:close/>
                </a:path>
              </a:pathLst>
            </a:custGeom>
            <a:solidFill>
              <a:srgbClr val="2B7D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자유형 219"/>
            <p:cNvSpPr>
              <a:spLocks noChangeAspect="1"/>
            </p:cNvSpPr>
            <p:nvPr/>
          </p:nvSpPr>
          <p:spPr>
            <a:xfrm flipV="1">
              <a:off x="7036903" y="1334773"/>
              <a:ext cx="608400" cy="608400"/>
            </a:xfrm>
            <a:custGeom>
              <a:avLst/>
              <a:gdLst>
                <a:gd name="connsiteX0" fmla="*/ 0 w 608400"/>
                <a:gd name="connsiteY0" fmla="*/ 0 h 608400"/>
                <a:gd name="connsiteX1" fmla="*/ 608400 w 608400"/>
                <a:gd name="connsiteY1" fmla="*/ 0 h 608400"/>
                <a:gd name="connsiteX2" fmla="*/ 608400 w 608400"/>
                <a:gd name="connsiteY2" fmla="*/ 608400 h 608400"/>
                <a:gd name="connsiteX3" fmla="*/ 304806 w 608400"/>
                <a:gd name="connsiteY3" fmla="*/ 608400 h 608400"/>
                <a:gd name="connsiteX4" fmla="*/ 0 w 608400"/>
                <a:gd name="connsiteY4" fmla="*/ 303594 h 60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400" h="608400">
                  <a:moveTo>
                    <a:pt x="0" y="0"/>
                  </a:moveTo>
                  <a:lnTo>
                    <a:pt x="608400" y="0"/>
                  </a:lnTo>
                  <a:lnTo>
                    <a:pt x="608400" y="608400"/>
                  </a:lnTo>
                  <a:lnTo>
                    <a:pt x="304806" y="608400"/>
                  </a:lnTo>
                  <a:cubicBezTo>
                    <a:pt x="136466" y="608400"/>
                    <a:pt x="0" y="471934"/>
                    <a:pt x="0" y="303594"/>
                  </a:cubicBezTo>
                  <a:close/>
                </a:path>
              </a:pathLst>
            </a:custGeom>
            <a:solidFill>
              <a:srgbClr val="2B7D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자유형 220"/>
            <p:cNvSpPr>
              <a:spLocks noChangeAspect="1"/>
            </p:cNvSpPr>
            <p:nvPr/>
          </p:nvSpPr>
          <p:spPr>
            <a:xfrm flipH="1" flipV="1">
              <a:off x="8259103" y="1334773"/>
              <a:ext cx="608400" cy="608400"/>
            </a:xfrm>
            <a:custGeom>
              <a:avLst/>
              <a:gdLst>
                <a:gd name="connsiteX0" fmla="*/ 0 w 608400"/>
                <a:gd name="connsiteY0" fmla="*/ 0 h 608400"/>
                <a:gd name="connsiteX1" fmla="*/ 608400 w 608400"/>
                <a:gd name="connsiteY1" fmla="*/ 0 h 608400"/>
                <a:gd name="connsiteX2" fmla="*/ 608400 w 608400"/>
                <a:gd name="connsiteY2" fmla="*/ 608400 h 608400"/>
                <a:gd name="connsiteX3" fmla="*/ 304806 w 608400"/>
                <a:gd name="connsiteY3" fmla="*/ 608400 h 608400"/>
                <a:gd name="connsiteX4" fmla="*/ 0 w 608400"/>
                <a:gd name="connsiteY4" fmla="*/ 303594 h 60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400" h="608400">
                  <a:moveTo>
                    <a:pt x="0" y="0"/>
                  </a:moveTo>
                  <a:lnTo>
                    <a:pt x="608400" y="0"/>
                  </a:lnTo>
                  <a:lnTo>
                    <a:pt x="608400" y="608400"/>
                  </a:lnTo>
                  <a:lnTo>
                    <a:pt x="304806" y="608400"/>
                  </a:lnTo>
                  <a:cubicBezTo>
                    <a:pt x="136466" y="608400"/>
                    <a:pt x="0" y="471934"/>
                    <a:pt x="0" y="303594"/>
                  </a:cubicBezTo>
                  <a:close/>
                </a:path>
              </a:pathLst>
            </a:custGeom>
            <a:solidFill>
              <a:srgbClr val="52C2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직사각형 221"/>
            <p:cNvSpPr>
              <a:spLocks noChangeAspect="1"/>
            </p:cNvSpPr>
            <p:nvPr/>
          </p:nvSpPr>
          <p:spPr>
            <a:xfrm>
              <a:off x="8259103" y="1943173"/>
              <a:ext cx="608400" cy="612000"/>
            </a:xfrm>
            <a:prstGeom prst="rect">
              <a:avLst/>
            </a:prstGeom>
            <a:solidFill>
              <a:srgbClr val="369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직사각형 222"/>
            <p:cNvSpPr>
              <a:spLocks noChangeAspect="1"/>
            </p:cNvSpPr>
            <p:nvPr/>
          </p:nvSpPr>
          <p:spPr>
            <a:xfrm>
              <a:off x="7036903" y="1943173"/>
              <a:ext cx="608400" cy="612000"/>
            </a:xfrm>
            <a:prstGeom prst="rect">
              <a:avLst/>
            </a:prstGeom>
            <a:solidFill>
              <a:srgbClr val="369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직사각형 223"/>
            <p:cNvSpPr>
              <a:spLocks noChangeAspect="1"/>
            </p:cNvSpPr>
            <p:nvPr/>
          </p:nvSpPr>
          <p:spPr>
            <a:xfrm>
              <a:off x="7647103" y="1943173"/>
              <a:ext cx="612000" cy="612000"/>
            </a:xfrm>
            <a:prstGeom prst="rect">
              <a:avLst/>
            </a:prstGeom>
            <a:solidFill>
              <a:srgbClr val="AFE3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직사각형 224"/>
            <p:cNvSpPr>
              <a:spLocks noChangeAspect="1"/>
            </p:cNvSpPr>
            <p:nvPr/>
          </p:nvSpPr>
          <p:spPr>
            <a:xfrm>
              <a:off x="7647103" y="1334773"/>
              <a:ext cx="612000" cy="608400"/>
            </a:xfrm>
            <a:prstGeom prst="rect">
              <a:avLst/>
            </a:prstGeom>
            <a:solidFill>
              <a:srgbClr val="369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직사각형 225"/>
            <p:cNvSpPr>
              <a:spLocks noChangeAspect="1"/>
            </p:cNvSpPr>
            <p:nvPr/>
          </p:nvSpPr>
          <p:spPr>
            <a:xfrm>
              <a:off x="7647103" y="2555173"/>
              <a:ext cx="612000" cy="608400"/>
            </a:xfrm>
            <a:prstGeom prst="rect">
              <a:avLst/>
            </a:prstGeom>
            <a:solidFill>
              <a:srgbClr val="369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모서리가 둥근 직사각형 21"/>
          <p:cNvSpPr/>
          <p:nvPr/>
        </p:nvSpPr>
        <p:spPr>
          <a:xfrm>
            <a:off x="6863601" y="3477926"/>
            <a:ext cx="1828800" cy="1828800"/>
          </a:xfrm>
          <a:prstGeom prst="roundRect">
            <a:avLst/>
          </a:prstGeom>
          <a:solidFill>
            <a:srgbClr val="28764F"/>
          </a:solidFill>
          <a:ln>
            <a:noFill/>
          </a:ln>
          <a:scene3d>
            <a:camera prst="obliqueBottomRight"/>
            <a:lightRig rig="threePt" dir="t">
              <a:rot lat="0" lon="0" rev="10800000"/>
            </a:lightRig>
          </a:scene3d>
          <a:sp3d prstMaterial="matte">
            <a:extrusionClr>
              <a:srgbClr val="349E6C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012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17</cp:revision>
  <dcterms:created xsi:type="dcterms:W3CDTF">2026-07-27T08:13:58Z</dcterms:created>
  <dcterms:modified xsi:type="dcterms:W3CDTF">2026-07-29T02:35:23Z</dcterms:modified>
</cp:coreProperties>
</file>